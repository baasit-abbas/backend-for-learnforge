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RISC vs CISC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Instruction Set Design in Computer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Computers use instruction sets to execute programs</a:t>
            </a:r>
          </a:p>
          <a:p>
            <a:endParaRPr dirty="0"/>
          </a:p>
          <a:p>
            <a:r>
              <a:rPr dirty="0"/>
              <a:t>Two main types:</a:t>
            </a:r>
          </a:p>
          <a:p>
            <a:r>
              <a:rPr dirty="0"/>
              <a:t>RISC (Reduced Instruction Set Computer)</a:t>
            </a:r>
          </a:p>
          <a:p>
            <a:r>
              <a:rPr dirty="0"/>
              <a:t>CISC (Complex Instruction Set Computer)</a:t>
            </a:r>
          </a:p>
          <a:p>
            <a:pPr marL="0" indent="0">
              <a:buNone/>
            </a:pPr>
            <a:r>
              <a:rPr dirty="0"/>
              <a:t>These define how assembly language interacts with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RISC?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Reduced Instruction Set Computer</a:t>
            </a:r>
          </a:p>
          <a:p>
            <a:r>
              <a:rPr dirty="0"/>
              <a:t>Uses simple and basic instructions</a:t>
            </a:r>
          </a:p>
          <a:p>
            <a:r>
              <a:rPr dirty="0"/>
              <a:t>Each instruction performs one task</a:t>
            </a:r>
          </a:p>
          <a:p>
            <a:r>
              <a:rPr dirty="0"/>
              <a:t>Optimized for speed and efficiency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r>
              <a:rPr dirty="0"/>
              <a:t>LOAD R1, A</a:t>
            </a:r>
          </a:p>
          <a:p>
            <a:r>
              <a:rPr dirty="0"/>
              <a:t>LOAD R2, B</a:t>
            </a:r>
          </a:p>
          <a:p>
            <a:r>
              <a:rPr dirty="0"/>
              <a:t>ADD R3, R1, R2</a:t>
            </a:r>
          </a:p>
          <a:p>
            <a:r>
              <a:rPr dirty="0"/>
              <a:t>STORE R3,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RISC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instruction set</a:t>
            </a:r>
          </a:p>
          <a:p>
            <a:r>
              <a:t>Fixed instruction length</a:t>
            </a:r>
          </a:p>
          <a:p>
            <a:r>
              <a:t>Load/Store architecture</a:t>
            </a:r>
          </a:p>
          <a:p>
            <a:r>
              <a:t>Faster execution (1 cycle per instruction)</a:t>
            </a:r>
          </a:p>
          <a:p>
            <a:r>
              <a:t>Easier pipelining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CISC?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Instruction Set Computer</a:t>
            </a:r>
          </a:p>
          <a:p>
            <a:r>
              <a:t>Uses complex instructions</a:t>
            </a:r>
          </a:p>
          <a:p>
            <a:r>
              <a:t>One instruction can perform multiple tasks</a:t>
            </a:r>
          </a:p>
          <a:p>
            <a:r>
              <a:t>Designed to reduce number of instructions</a:t>
            </a:r>
          </a:p>
          <a:p>
            <a:endParaRPr/>
          </a:p>
          <a:p>
            <a:r>
              <a:t>Example:</a:t>
            </a:r>
          </a:p>
          <a:p>
            <a:r>
              <a:t>ADD A, B ; A = A +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CISC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instruction set</a:t>
            </a:r>
          </a:p>
          <a:p>
            <a:r>
              <a:t>Variable instruction length</a:t>
            </a:r>
          </a:p>
          <a:p>
            <a:r>
              <a:t>Direct memory access</a:t>
            </a:r>
          </a:p>
          <a:p>
            <a:r>
              <a:t>Fewer instructions per program</a:t>
            </a:r>
          </a:p>
          <a:p>
            <a:r>
              <a:t>More complex hardware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RISC: Simple, fast, more instructions</a:t>
            </a:r>
          </a:p>
          <a:p>
            <a:r>
              <a:t>CISC: Complex, slower per instruction, fewer instructions</a:t>
            </a:r>
          </a:p>
          <a:p>
            <a:r>
              <a:t>RISC uses registers heavily</a:t>
            </a:r>
          </a:p>
          <a:p>
            <a:r>
              <a:t>CISC allows memory operations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Intel Uses CISC?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Question: Why Intel uses CISC architecture knowing that it is complex for machine?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Answer:</a:t>
            </a:r>
          </a:p>
          <a:p>
            <a:r>
              <a:rPr dirty="0"/>
              <a:t>Backward compatibility with old software</a:t>
            </a:r>
          </a:p>
          <a:p>
            <a:r>
              <a:rPr dirty="0"/>
              <a:t>Huge ecosystem (Windows, applications)</a:t>
            </a:r>
          </a:p>
          <a:p>
            <a:r>
              <a:rPr dirty="0"/>
              <a:t>Modern CPUs convert CISC to simpler micro-operations internally</a:t>
            </a:r>
          </a:p>
          <a:p>
            <a:r>
              <a:rPr dirty="0"/>
              <a:t>Maintains performance while supporting legacy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RISC on a CISC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If a machine uses CISC architecture, how can we use RISC on that machine?</a:t>
            </a:r>
          </a:p>
          <a:p>
            <a:endParaRPr/>
          </a:p>
          <a:p>
            <a:r>
              <a:t>Answer:</a:t>
            </a:r>
          </a:p>
          <a:p>
            <a:r>
              <a:t>Run RISC-based virtual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RISC and CISC are two different design philosophies</a:t>
            </a:r>
          </a:p>
          <a:p>
            <a:r>
              <a:t>Modern systems combine both ideas</a:t>
            </a:r>
          </a:p>
          <a:p>
            <a:r>
              <a:t>Choice depends on performance, compatibility, and use-case</a:t>
            </a:r>
          </a:p>
          <a:p>
            <a:r>
              <a:t>Understanding both is essential for assembly and system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304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RISC vs CISC Architecture</vt:lpstr>
      <vt:lpstr>Introduction</vt:lpstr>
      <vt:lpstr>What is RISC?</vt:lpstr>
      <vt:lpstr>Features of RISC</vt:lpstr>
      <vt:lpstr>What is CISC?</vt:lpstr>
      <vt:lpstr>Features of CISC</vt:lpstr>
      <vt:lpstr>Key Differences</vt:lpstr>
      <vt:lpstr>Why Intel Uses CISC?</vt:lpstr>
      <vt:lpstr>Using RISC on a CISC Machine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Basit Abbas</dc:creator>
  <cp:keywords/>
  <dc:description>generated using python-pptx</dc:description>
  <cp:lastModifiedBy>Basit Abbas</cp:lastModifiedBy>
  <cp:revision>3</cp:revision>
  <dcterms:created xsi:type="dcterms:W3CDTF">2013-01-27T09:14:16Z</dcterms:created>
  <dcterms:modified xsi:type="dcterms:W3CDTF">2026-05-06T09:19:03Z</dcterms:modified>
  <cp:category/>
</cp:coreProperties>
</file>