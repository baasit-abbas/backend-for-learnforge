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22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1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3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61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4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7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8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24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6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23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05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67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0" r:id="rId6"/>
    <p:sldLayoutId id="2147483756" r:id="rId7"/>
    <p:sldLayoutId id="2147483757" r:id="rId8"/>
    <p:sldLayoutId id="2147483758" r:id="rId9"/>
    <p:sldLayoutId id="2147483759" r:id="rId10"/>
    <p:sldLayoutId id="21474837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8A103A-3ADF-17A1-181A-B44C5FEED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8664" y="1247140"/>
            <a:ext cx="4078177" cy="3450844"/>
          </a:xfrm>
        </p:spPr>
        <p:txBody>
          <a:bodyPr>
            <a:normAutofit/>
          </a:bodyPr>
          <a:lstStyle/>
          <a:p>
            <a:r>
              <a:rPr lang="en-US" sz="4800" dirty="0"/>
              <a:t>Bit Manipulation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98E3A-044D-7CA2-EE01-343679FE7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8633" y="4818126"/>
            <a:ext cx="3608208" cy="1268984"/>
          </a:xfrm>
        </p:spPr>
        <p:txBody>
          <a:bodyPr>
            <a:normAutofit/>
          </a:bodyPr>
          <a:lstStyle/>
          <a:p>
            <a:r>
              <a:rPr lang="en-US" dirty="0"/>
              <a:t>LECTURE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A58F5D-F945-201E-E078-EF955F1B53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45"/>
          <a:stretch>
            <a:fillRect/>
          </a:stretch>
        </p:blipFill>
        <p:spPr>
          <a:xfrm>
            <a:off x="-1" y="10"/>
            <a:ext cx="7456513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0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343CC-C518-7C79-45C0-843AEE9D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5B1A7-EEC2-D43D-AEEF-CE3269535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manipulation is the process of performing operations directly on individual bits (0 and 1) of data to achieve efficient and low-level computation.</a:t>
            </a:r>
          </a:p>
          <a:p>
            <a:r>
              <a:rPr lang="en-US" sz="1500" dirty="0"/>
              <a:t>Bit manipulation is used to control data at the smallest level (bit level). Since computers internally work in binary form, manipulating bits directly makes programs faster and more efficient.</a:t>
            </a:r>
          </a:p>
          <a:p>
            <a:pPr marL="0" indent="0" algn="ctr">
              <a:buNone/>
            </a:pPr>
            <a:r>
              <a:rPr lang="en-US" dirty="0"/>
              <a:t>It is commonly used in:</a:t>
            </a:r>
          </a:p>
          <a:p>
            <a:pPr algn="ctr"/>
            <a:r>
              <a:rPr lang="en-US" dirty="0"/>
              <a:t>Embedded systems </a:t>
            </a:r>
          </a:p>
          <a:p>
            <a:pPr algn="ctr"/>
            <a:r>
              <a:rPr lang="en-US" dirty="0"/>
              <a:t>Graphics processing </a:t>
            </a:r>
          </a:p>
          <a:p>
            <a:pPr algn="ctr"/>
            <a:r>
              <a:rPr lang="en-US" dirty="0"/>
              <a:t>Cryptography </a:t>
            </a:r>
          </a:p>
          <a:p>
            <a:pPr algn="ctr"/>
            <a:r>
              <a:rPr lang="en-US" dirty="0"/>
              <a:t>Performance optimization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27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4E837-98CA-DC94-A176-074DFD4AF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AE84B-A9BD-EDAC-1937-FD7C49303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assembly language, bit manipulation is done using:</a:t>
            </a:r>
          </a:p>
          <a:p>
            <a:pPr marL="457200" indent="-457200">
              <a:buFont typeface="+mj-lt"/>
              <a:buAutoNum type="alphaUcPeriod"/>
            </a:pPr>
            <a:r>
              <a:rPr lang="en-US" b="1" dirty="0"/>
              <a:t>Shift instructions </a:t>
            </a:r>
          </a:p>
          <a:p>
            <a:pPr marL="457200" indent="-457200">
              <a:buFont typeface="+mj-lt"/>
              <a:buAutoNum type="alphaUcPeriod"/>
            </a:pPr>
            <a:r>
              <a:rPr lang="en-US" b="1" dirty="0"/>
              <a:t>Rotate instructions </a:t>
            </a:r>
          </a:p>
          <a:p>
            <a:pPr marL="457200" indent="-457200">
              <a:buFont typeface="+mj-lt"/>
              <a:buAutoNum type="alphaUcPeriod"/>
            </a:pPr>
            <a:r>
              <a:rPr lang="en-US" b="1" dirty="0"/>
              <a:t>Logical operations (AND, OR, XOR, NOT)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716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A2959-E41E-BA83-8554-1322CACC3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Multiplication Algorithm</a:t>
            </a:r>
            <a:br>
              <a:rPr lang="en-US" dirty="0"/>
            </a:br>
            <a:r>
              <a:rPr lang="en-US" dirty="0"/>
              <a:t>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multiplication algorithm in assembly is a method of performing multiplication using binary operations such as shifting and addition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D7DECF-EFD5-16FA-7ACC-15556C3248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7097" y="2081720"/>
            <a:ext cx="7261695" cy="463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29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2F58-3D01-B8FB-125E-E6DAAE1F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Shifting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0EC1A-2552-0FF5-1570-526718201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Shifting is the process of moving bits of a binary number to the left or right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629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A5FA-A52F-3E02-8091-23C49132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Left (SHL)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DBBB7-CD8C-281E-F742-13D179AE5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580637"/>
            <a:ext cx="9634706" cy="43887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SHL shifts all bits to the left and inserts 0 in the least significant bit.</a:t>
            </a:r>
          </a:p>
          <a:p>
            <a:r>
              <a:rPr lang="en-US" dirty="0"/>
              <a:t>SHL AX, 1</a:t>
            </a:r>
          </a:p>
          <a:p>
            <a:r>
              <a:rPr lang="en-US" dirty="0"/>
              <a:t> Effect:</a:t>
            </a:r>
          </a:p>
          <a:p>
            <a:r>
              <a:rPr lang="en-US" dirty="0"/>
              <a:t>Multiply by 2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Leftmost bit goes to carry flag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245755-E828-03A2-1D6F-3A1BE869B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872" y="1979708"/>
            <a:ext cx="8093056" cy="338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46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13273-D5FC-8DB5-7E57-636AA192E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Right (SHR)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7B850-0000-825C-150C-68BF90B2F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SHR shifts bits to the right and inserts 0 in the most significant bit.</a:t>
            </a:r>
            <a:endParaRPr lang="en-US" dirty="0"/>
          </a:p>
          <a:p>
            <a:r>
              <a:rPr lang="en-US" dirty="0"/>
              <a:t>SHR AX, 1</a:t>
            </a:r>
          </a:p>
          <a:p>
            <a:r>
              <a:rPr lang="en-US" dirty="0"/>
              <a:t> Effect:</a:t>
            </a:r>
          </a:p>
          <a:p>
            <a:r>
              <a:rPr lang="en-US" dirty="0"/>
              <a:t>Divide by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DB48B0-7E41-0844-2FFA-0F132CDC3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124" y="2776104"/>
            <a:ext cx="8157336" cy="2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35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71BFC-BD1D-70CD-B9B7-3E52397B1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Shift Right (SAR)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FC9AC2-125C-8097-B282-AEFC07635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2023" y="2256818"/>
            <a:ext cx="9172563" cy="3904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AA0931-D269-1277-C1F1-D12E7AB83AD0}"/>
              </a:ext>
            </a:extLst>
          </p:cNvPr>
          <p:cNvSpPr txBox="1"/>
          <p:nvPr/>
        </p:nvSpPr>
        <p:spPr>
          <a:xfrm>
            <a:off x="1802023" y="1359450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/>
              <a:t>SAR shifts bits right while preserving the sign bit.</a:t>
            </a:r>
            <a:endParaRPr lang="en-US" dirty="0"/>
          </a:p>
          <a:p>
            <a:pPr>
              <a:buNone/>
            </a:pPr>
            <a:r>
              <a:rPr lang="en-US" dirty="0"/>
              <a:t> Used for signed numbers</a:t>
            </a:r>
          </a:p>
        </p:txBody>
      </p:sp>
    </p:spTree>
    <p:extLst>
      <p:ext uri="{BB962C8B-B14F-4D97-AF65-F5344CB8AC3E}">
        <p14:creationId xmlns:p14="http://schemas.microsoft.com/office/powerpoint/2010/main" val="3129171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BEC4-668D-ACFE-437D-EE5EA7A0F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Rotation Operations</a:t>
            </a:r>
            <a:br>
              <a:rPr lang="en-US" dirty="0"/>
            </a:br>
            <a:r>
              <a:rPr lang="en-US" sz="2000" i="1" dirty="0"/>
              <a:t>Rotation is the process of circularly shifting bits where bits leaving one end re-enter from the other</a:t>
            </a:r>
            <a:r>
              <a:rPr lang="en-US" i="1" dirty="0"/>
              <a:t>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58A6E-8589-EF86-120E-A8EFAF2E7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FC77F-0867-97AC-2BB8-2A78BA9E3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640" y="2237363"/>
            <a:ext cx="8234719" cy="309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7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CA6CF-C744-E946-68BB-53ACA832D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8808" y="302033"/>
            <a:ext cx="9486690" cy="3926152"/>
          </a:xfrm>
        </p:spPr>
        <p:txBody>
          <a:bodyPr/>
          <a:lstStyle/>
          <a:p>
            <a:r>
              <a:rPr lang="en-US" dirty="0"/>
              <a:t>ROL AL, 1</a:t>
            </a:r>
          </a:p>
          <a:p>
            <a:r>
              <a:rPr lang="en-US" dirty="0"/>
              <a:t>MSB moves to LSB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6BCAB7-4711-3E87-F3E0-3D4743C24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966" y="1342418"/>
            <a:ext cx="10198872" cy="433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50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35E23-37B3-BF1A-387D-99C02060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RCL / RCR</a:t>
            </a:r>
            <a:br>
              <a:rPr lang="en-US" dirty="0"/>
            </a:br>
            <a:r>
              <a:rPr lang="en-US" dirty="0"/>
              <a:t> Rotate through carry flag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7DCA37-DDC0-40B4-F651-9B667F77A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9953" y="1926077"/>
            <a:ext cx="9449899" cy="351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15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64F6-1A54-56A8-8D37-3C78FE563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in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DF0AD-D575-3045-88B0-27367C27F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Multiplication in assembly language is performed using special instructions such as MUL (unsigned) and IMUL (signed).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 MUL (Unsigned)</a:t>
            </a:r>
          </a:p>
          <a:p>
            <a:r>
              <a:rPr lang="en-US" dirty="0"/>
              <a:t>MOV AL, 5</a:t>
            </a:r>
            <a:br>
              <a:rPr lang="en-US" dirty="0"/>
            </a:br>
            <a:r>
              <a:rPr lang="en-US" dirty="0"/>
              <a:t>MOV BL, 3</a:t>
            </a:r>
            <a:br>
              <a:rPr lang="en-US" dirty="0"/>
            </a:br>
            <a:r>
              <a:rPr lang="en-US" dirty="0"/>
              <a:t>MUL BL</a:t>
            </a:r>
          </a:p>
          <a:p>
            <a:r>
              <a:rPr lang="en-US" dirty="0"/>
              <a:t> Result stored in AX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87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D8A51-55AC-60D1-89A4-9B5C2768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E5573-0296-8317-47E7-4AC41397F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93B415-F05A-2FE7-D9A4-EE5769374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710" y="552660"/>
            <a:ext cx="9725244" cy="553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029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CA86-E69E-8097-07A2-BF8F2631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FA931A-5185-EDB8-CC93-1E4739AB4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2C947E-0CE3-3705-DF88-2523B3855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709" y="455362"/>
            <a:ext cx="9453823" cy="14739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F24394-023C-730E-92A4-3C7BEE660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711" y="1929284"/>
            <a:ext cx="9486689" cy="382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9925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73</TotalTime>
  <Words>318</Words>
  <Application>Microsoft Office PowerPoint</Application>
  <PresentationFormat>Widescreen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Neue Haas Grotesk Text Pro</vt:lpstr>
      <vt:lpstr>Times New Roman</vt:lpstr>
      <vt:lpstr>InterweaveVTI</vt:lpstr>
      <vt:lpstr>Bit Manipulation</vt:lpstr>
      <vt:lpstr>Bit Manipulation</vt:lpstr>
      <vt:lpstr>PowerPoint Presentation</vt:lpstr>
      <vt:lpstr>Multiplication Algorithm  The multiplication algorithm in assembly is a method of performing multiplication using binary operations such as shifting and addition </vt:lpstr>
      <vt:lpstr>Shifting Operations</vt:lpstr>
      <vt:lpstr>Shift Left (SHL)</vt:lpstr>
      <vt:lpstr>Shift Right (SHR)</vt:lpstr>
      <vt:lpstr>Arithmetic Shift Right (SAR)</vt:lpstr>
      <vt:lpstr>Rotation Operations Rotation is the process of circularly shifting bits where bits leaving one end re-enter from the other.</vt:lpstr>
      <vt:lpstr>PowerPoint Presentation</vt:lpstr>
      <vt:lpstr>RCL / RCR  Rotate through carry flag </vt:lpstr>
      <vt:lpstr>Multiplication in Assembly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03-134212-080</dc:creator>
  <cp:lastModifiedBy>03-134212-080</cp:lastModifiedBy>
  <cp:revision>1</cp:revision>
  <dcterms:created xsi:type="dcterms:W3CDTF">2026-03-27T22:59:00Z</dcterms:created>
  <dcterms:modified xsi:type="dcterms:W3CDTF">2026-03-28T00:12:35Z</dcterms:modified>
</cp:coreProperties>
</file>