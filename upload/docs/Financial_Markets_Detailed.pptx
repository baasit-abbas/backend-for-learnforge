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4" d="100"/>
          <a:sy n="94" d="100"/>
        </p:scale>
        <p:origin x="-882" y="-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26-Aug-25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26-Aug-25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26-Aug-25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26-Aug-25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26-Aug-25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26-Aug-25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26-Aug-25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26-Aug-25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26-Aug-25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26-Aug-25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26-Aug-25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26-Aug-25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For Computing </a:t>
            </a:r>
            <a:r>
              <a:rPr dirty="0" smtClean="0"/>
              <a:t>Students -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Financial Markets &amp; Stock Exchange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Financial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Finance is the backbone of any economy.</a:t>
            </a:r>
          </a:p>
          <a:p>
            <a:r>
              <a:t>Understanding markets and instruments helps computing students relate data systems with real-world financial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Financial Market?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t>A financial market is a place where buyers and sellers trade financial assets.</a:t>
            </a:r>
          </a:p>
          <a:p>
            <a:endParaRPr/>
          </a:p>
          <a:p>
            <a:r>
              <a:t>Examples:</a:t>
            </a:r>
          </a:p>
          <a:p>
            <a:r>
              <a:t>- Stock Market (shares)</a:t>
            </a:r>
          </a:p>
          <a:p>
            <a:r>
              <a:t>- Bond Market (government/corporate debt)</a:t>
            </a:r>
          </a:p>
          <a:p>
            <a:r>
              <a:t>- Foreign Exchange Market (currencies)</a:t>
            </a:r>
          </a:p>
          <a:p>
            <a:r>
              <a:t>- Crypto Market (Bitcoin, Ethereum)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Financial Markets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- Provide platform for investment.</a:t>
            </a:r>
          </a:p>
          <a:p>
            <a:r>
              <a:t>- Help companies raise funds.</a:t>
            </a:r>
          </a:p>
          <a:p>
            <a:r>
              <a:t>- Ensure liquidity.</a:t>
            </a:r>
          </a:p>
          <a:p>
            <a:r>
              <a:t>- Enable economic growth.</a:t>
            </a:r>
          </a:p>
          <a:p>
            <a:endParaRPr/>
          </a:p>
          <a:p>
            <a:r>
              <a:t>Example: A startup raises money by issuing shares on the stock market.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Financial Instruments?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t>Financial instruments are contracts that represent value.</a:t>
            </a:r>
          </a:p>
          <a:p>
            <a:endParaRPr/>
          </a:p>
          <a:p>
            <a:r>
              <a:t>Types:</a:t>
            </a:r>
          </a:p>
          <a:p>
            <a:r>
              <a:t>- Equity (Shares)</a:t>
            </a:r>
          </a:p>
          <a:p>
            <a:r>
              <a:t>- Debt (Bonds, Loans)</a:t>
            </a:r>
          </a:p>
          <a:p>
            <a:r>
              <a:t>- Derivatives (Futures, Options)</a:t>
            </a:r>
          </a:p>
          <a:p>
            <a:r>
              <a:t>- Digital Assets (Cryptocurrency)</a:t>
            </a:r>
          </a:p>
          <a:p>
            <a:endParaRPr/>
          </a:p>
          <a:p>
            <a:r>
              <a:t>Example: Buying a bond means lending money to a company with interest.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Stock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t>The stock market is where company shares are traded.</a:t>
            </a:r>
          </a:p>
          <a:p>
            <a:endParaRPr/>
          </a:p>
          <a:p>
            <a:r>
              <a:t>Examples:</a:t>
            </a:r>
          </a:p>
          <a:p>
            <a:r>
              <a:t>- New York Stock Exchange (NYSE)</a:t>
            </a:r>
          </a:p>
          <a:p>
            <a:r>
              <a:t>- NASDAQ</a:t>
            </a:r>
          </a:p>
          <a:p>
            <a:r>
              <a:t>- Pakistan Stock Exchange (PSX)</a:t>
            </a:r>
          </a:p>
          <a:p>
            <a:r>
              <a:t>- London Stock Exchange (LSE)</a:t>
            </a:r>
          </a:p>
          <a:p>
            <a:endParaRPr/>
          </a:p>
          <a:p>
            <a:r>
              <a:t>Computing Link: Trading platforms use algorithms, databases, and 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Stock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- Provides marketplace for buying/selling shares.</a:t>
            </a:r>
          </a:p>
          <a:p>
            <a:r>
              <a:t>- Helps companies raise capital.</a:t>
            </a:r>
          </a:p>
          <a:p>
            <a:r>
              <a:t>- Ensures fair trading and transparency.</a:t>
            </a:r>
          </a:p>
          <a:p>
            <a:r>
              <a:t>- Protects investor interests.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Stock Exchange Works?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1. Company lists shares via IPO (Initial Public Offering).</a:t>
            </a:r>
          </a:p>
          <a:p>
            <a:r>
              <a:t>2. Investors buy/sell shares.</a:t>
            </a:r>
          </a:p>
          <a:p>
            <a:r>
              <a:t>3. Prices change based on demand/supply.</a:t>
            </a:r>
          </a:p>
          <a:p>
            <a:r>
              <a:t>4. Stock exchange ensures fair transactions.</a:t>
            </a:r>
          </a:p>
          <a:p>
            <a:endParaRPr/>
          </a:p>
          <a:p>
            <a:r>
              <a:t>Example: Tesla issues shares, investors trade them on NASDAQ.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Facebook IPO (2012):</a:t>
            </a:r>
          </a:p>
          <a:p>
            <a:r>
              <a:t>- Raised $16 billion.</a:t>
            </a:r>
          </a:p>
          <a:p>
            <a:r>
              <a:t>- Became one of the largest tech IPOs.</a:t>
            </a:r>
          </a:p>
          <a:p>
            <a:r>
              <a:t>- Allowed global investors to own part of Facebook.</a:t>
            </a:r>
          </a:p>
          <a:p>
            <a:endParaRPr/>
          </a:p>
          <a:p>
            <a:r>
              <a:t>Learning: IPOs help companies expand and innovate.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in Financial 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- Algorithmic trading uses AI to make stock decisions.</a:t>
            </a:r>
          </a:p>
          <a:p>
            <a:r>
              <a:t>- Blockchain ensures secure digital transactions.</a:t>
            </a:r>
          </a:p>
          <a:p>
            <a:r>
              <a:t>- Data analytics predicts stock trends.</a:t>
            </a:r>
          </a:p>
          <a:p>
            <a:endParaRPr/>
          </a:p>
          <a:p>
            <a:r>
              <a:t>Example: Google uses AI to analyze financial risks.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in Financial 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- Market Risk: Prices can go up or down.</a:t>
            </a:r>
          </a:p>
          <a:p>
            <a:r>
              <a:t>- Credit Risk: Borrowers may not repay.</a:t>
            </a:r>
          </a:p>
          <a:p>
            <a:r>
              <a:t>- Cybersecurity Risk: Hacking of trading platforms.</a:t>
            </a:r>
          </a:p>
          <a:p>
            <a:endParaRPr/>
          </a:p>
          <a:p>
            <a:r>
              <a:t>Example: 2021 crypto exchange hacks caused huge losses.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1: GameStop Stock (2021)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dirty="0"/>
              <a:t>Event:</a:t>
            </a:r>
          </a:p>
          <a:p>
            <a:r>
              <a:rPr dirty="0"/>
              <a:t>Reddit users boosted GameStop stock price massively.</a:t>
            </a:r>
          </a:p>
          <a:p>
            <a:endParaRPr dirty="0"/>
          </a:p>
          <a:p>
            <a:r>
              <a:rPr dirty="0"/>
              <a:t>Impact:</a:t>
            </a:r>
          </a:p>
          <a:p>
            <a:r>
              <a:rPr dirty="0"/>
              <a:t>- Small investors challenged Wall Street.</a:t>
            </a:r>
          </a:p>
          <a:p>
            <a:r>
              <a:rPr dirty="0"/>
              <a:t>- Stock went from $20 to $483.</a:t>
            </a:r>
          </a:p>
          <a:p>
            <a:endParaRPr dirty="0"/>
          </a:p>
          <a:p>
            <a:r>
              <a:rPr dirty="0"/>
              <a:t>Learning: Social media can influence stock markets.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2: Bitcoin Volatility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Event:</a:t>
            </a:r>
          </a:p>
          <a:p>
            <a:r>
              <a:t>Bitcoin prices crashed multiple times.</a:t>
            </a:r>
          </a:p>
          <a:p>
            <a:endParaRPr/>
          </a:p>
          <a:p>
            <a:r>
              <a:t>Impact:</a:t>
            </a:r>
          </a:p>
          <a:p>
            <a:r>
              <a:t>- Investors lost billions.</a:t>
            </a:r>
          </a:p>
          <a:p>
            <a:r>
              <a:t>- Governments debated regulation.</a:t>
            </a:r>
          </a:p>
          <a:p>
            <a:endParaRPr/>
          </a:p>
          <a:p>
            <a:r>
              <a:t>Learning: Digital assets are highly risky but innovative.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Should Computing Students Learn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- Stock trading platforms rely on IT.</a:t>
            </a:r>
          </a:p>
          <a:p>
            <a:r>
              <a:t>- Data Science predicts financial trends.</a:t>
            </a:r>
          </a:p>
          <a:p>
            <a:r>
              <a:t>- Cybersecurity protects online transactions.</a:t>
            </a:r>
          </a:p>
          <a:p>
            <a:endParaRPr/>
          </a:p>
          <a:p>
            <a:r>
              <a:t>Example: AI bots used for financial forecasting.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We studied:</a:t>
            </a:r>
          </a:p>
          <a:p>
            <a:r>
              <a:t>- Financial Markets &amp; Instruments</a:t>
            </a:r>
          </a:p>
          <a:p>
            <a:r>
              <a:t>- Stock Market and Exchanges</a:t>
            </a:r>
          </a:p>
          <a:p>
            <a:r>
              <a:t>- IPOs and Examples</a:t>
            </a:r>
          </a:p>
          <a:p>
            <a:r>
              <a:t>- Risks &amp; Case Studies</a:t>
            </a:r>
          </a:p>
          <a:p>
            <a:endParaRPr/>
          </a:p>
          <a:p>
            <a:r>
              <a:t>Finance + Computing = Future Opportunities!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Questions? Let's Discuss!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3</TotalTime>
  <Words>592</Words>
  <Application>Microsoft Office PowerPoint</Application>
  <PresentationFormat>On-screen Show (4:3)</PresentationFormat>
  <Paragraphs>105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Civic</vt:lpstr>
      <vt:lpstr>Financial Markets &amp; Stock Exchange</vt:lpstr>
      <vt:lpstr>Introduction to Financial Concepts</vt:lpstr>
      <vt:lpstr>What is a Financial Market?</vt:lpstr>
      <vt:lpstr>Why Financial Markets Matter?</vt:lpstr>
      <vt:lpstr>What are Financial Instruments?</vt:lpstr>
      <vt:lpstr>Stock Market Overview</vt:lpstr>
      <vt:lpstr>Role of Stock Exchange</vt:lpstr>
      <vt:lpstr>How Stock Exchange Works?</vt:lpstr>
      <vt:lpstr>Example of IPO</vt:lpstr>
      <vt:lpstr>Technology in Financial Markets</vt:lpstr>
      <vt:lpstr>Risks in Financial Markets</vt:lpstr>
      <vt:lpstr>Case Study 1: GameStop Stock (2021)</vt:lpstr>
      <vt:lpstr>Case Study 2: Bitcoin Volatility</vt:lpstr>
      <vt:lpstr>Why Should Computing Students Learn This?</vt:lpstr>
      <vt:lpstr>Summary</vt:lpstr>
      <vt:lpstr>Thank You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Markets &amp; Stock Exchange</dc:title>
  <dc:creator>Rabia Aziz, Lecturer-Faculty of CS &amp; IT</dc:creator>
  <dc:description>generated using python-pptx</dc:description>
  <cp:lastModifiedBy>Rabia Aziz, Lecturer-Faculty of CS &amp; IT</cp:lastModifiedBy>
  <cp:revision>4</cp:revision>
  <dcterms:created xsi:type="dcterms:W3CDTF">2013-01-27T09:14:16Z</dcterms:created>
  <dcterms:modified xsi:type="dcterms:W3CDTF">2025-08-26T09:06:55Z</dcterms:modified>
</cp:coreProperties>
</file>